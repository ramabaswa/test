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91695" cy="18288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ptbuild/images/hub_spoke_concep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818120" y="502920"/>
            <a:ext cx="3931920" cy="2788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AI LANDING ZONE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Guide &amp; Reference Architecture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hub-and-spoke pattern for enterprise generative AI on AWS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Landing Zone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HUB for centralized Amazon Bedrock model access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AgentCore Landing Zone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SPOKE for agent runtime, tools, and identity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Architecture Review Board  |  Enterprise Architecture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hub-and-spoke pattern for enterprise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what should be shared: model access, safety guardrails, usage metering, and chargeback belong in one governed hub — not duplicated per team.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 what should be owned: agent logic, tools, and business data belong close to the team that builds and operates them, in their own account.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AgentCore Gateway is purpose-built for the spoke: it turns internal APIs and Lambda functions into MCP-compatible tools for agents — it is an agent-to-tool connector, not a model gateway.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Bedrock, fronted by a governed API Gateway, is the natural hub: one place to manage model access, cost, and safety policy for every consuming business unit.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554480"/>
            <a:ext cx="4343400" cy="4572000"/>
          </a:xfrm>
          <a:prstGeom prst="roundRect">
            <a:avLst>
              <a:gd name="adj" fmla="val 2105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587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Landing Zone — shared Bedrock access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spokes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3502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AgentCore Landing Zone per business unit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Gateway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4416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 spoke back to the hub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5029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5330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spoke, not the hub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PATTERN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Hub-and-spoke for enterprise AI on AWS</a:t>
            </a:r>
            <a:endParaRPr lang="en-US" sz="3000" dirty="0"/>
          </a:p>
        </p:txBody>
      </p:sp>
      <p:pic>
        <p:nvPicPr>
          <p:cNvPr id="4" name="Image 0" descr="/home/claude/pptbuild/images/hub_spoke_concept_no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314" y="1508760"/>
            <a:ext cx="6587067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owns shared Bedrock model access and governance; each spoke owns its own agents, tools, and data — connected over a private Transit Gateway path.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 Landing Zone — centralized Bedrock model access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its own AWS account, peer to every spoke, under a Workloads OU.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foundation models, cross-region inference, and provisioned throughput are provisioned once here and shared across business units.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Amazon API Gateway + WAF is the single governed entry point every spoke calls for model invocation — no spoke talks to Bedrock's public endpoint directly.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safety services (Bedrock Guardrails, Comprehend PII detection, Macie) sit in the request path as swappable, policy-driven controls.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metering (EventBridge, DynamoDB), a semantic cache (ElastiCache for Redis), and a chargeback workflow (Step Functions) give per-consumer cost attribution without instrumenting every spoke.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Catalog-backed model registry tells every spoke which models and versions are approved for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50876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22402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&amp; versioning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29260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3026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PII policy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6118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712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metering &amp; chargeback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2976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398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Approved-model registry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 Landing Zone</a:t>
            </a:r>
            <a:endParaRPr lang="en-US" sz="3000" dirty="0"/>
          </a:p>
        </p:txBody>
      </p:sp>
      <p:pic>
        <p:nvPicPr>
          <p:cNvPr id="4" name="Image 0" descr="/home/claude/pptbuild/images/aws_ai_gateway_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8" y="1325880"/>
            <a:ext cx="11704320" cy="24676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67861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415930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451909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regional API Gateway + WAF fronts Bedrock for every consuming spoke.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70248" y="4067861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415930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apply centrally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4451909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PII, and content policy enforced once, not per business unit.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83296" y="4067861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47888" y="415930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metered automatically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47888" y="4451909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+ Step Functions drive chargeback without per-spoke instrumentation.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AgentCore Landing Zone — agent runtime, tools &amp; identity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per business unit or workload, under the same Workloads OU, attached to the same Transit Gateway hub.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Runtime hosts the agent code itself in a dedicated Firecracker microVM per session — not a shared container — and works with any agentic framework (Strands, LangChain, LangGraph, CrewAI) and any model.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is the spoke's tool server: it turns internal REST APIs and Lambda functions into MCP-compatible tools, with built-in OAuth-based inbound/outbound authorization and semantic tool discovery — this is where Gateway belongs, next to the agents that use it.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runs generated code or drives a browser, AgentCore Code Interpreter and Browser Tool give that action its own sandboxed microVM — untrusted, dynamic execution never shares a kernel with the agent's own process.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and Memory round out the standard setup — credential management plus session/long-term memory, with Observability providing OpenTelemetry-based tracing across all of it.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 calls back to the hub only for model invocation — everything else (tools, business data, application logic) stays local to the team that owns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0" y="150876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spoke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22402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&amp; orchestration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29260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3026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 (Gateway)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6118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712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/ browser execution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2976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398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&amp; memory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AgentCore Landing Zone</a:t>
            </a:r>
            <a:endParaRPr lang="en-US" sz="3000" dirty="0"/>
          </a:p>
        </p:txBody>
      </p:sp>
      <p:pic>
        <p:nvPicPr>
          <p:cNvPr id="4" name="Image 0" descr="/home/claude/pptbuild/images/aws_agentcore_sp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568" y="1280160"/>
            <a:ext cx="9052560" cy="36788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160188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25162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stay local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5544236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exposes this team's own APIs and Lambda functions as MCP tools — not shared with other spokes.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70248" y="5160188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525162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leaves the account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5544236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cross-account hop is Runtime → hub API Gateway for inference; everything else stays inside the spoke.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83296" y="5160188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47888" y="525162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shape, per team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47888" y="5544236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spoke repeats the same account structure — Runtime, Gateway, Memory, Identity, Observability — so onboarding a new business unit is templated.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 NAMING COLLISION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“gateways” — 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landing zones have something called a “Gateway.” They solve different problems and sit in different accounts — keep them distinct.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AF0FB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791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 AI Gateway Landing Zone (HUB)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Amazon Bedrock model invocation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are spoke accounts (agents), not tools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guardrails, quota, and chargeback policy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shared by every business unit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DEDEE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Gateway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791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 AI AgentCore Landing Zone (SPOKE)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1089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internal APIs and Lambda functions as tools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are agents (via MCP), not end users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per-tool OAuth in/out authorization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per spoke, scoped to that team's tools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 in each landing zone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93776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 Gateway Landing Zone (HUB)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 AgentCore Landing Zone (SPOKE)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agent 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(foundation models)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 Runtime (Firecracker microVM per session)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API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(not applicable at the hub)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 Gateway (APIs, Lambda → MCP)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execution / sandboxing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(not applicable at the hub)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Code Interpreter &amp; Browser Tool (sandboxed microVM)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Identity Center (workforce)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Identity (agent-to-tool)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/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 (usage metadata)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Memory, DynamoDB, OpenSearch Serverless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PII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Guardrails, Comprehend, Macie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from hub at invocation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entry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API Gateway (regional) + WAF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ALB + WAF (app-facing)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Catalog registry, Step Functions chargeback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Hub, GuardDuty, 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CloudWatch, Log Insights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Observability (OTEL) + CloudWatch, X-Ray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GUIDANCE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 for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72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659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hub, many spokes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8600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single AI Gateway account before onboarding the first business unit — retrofitting central governance after spokes exist is far more disruptive.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1572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19659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never bypasses the hub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28600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call Bedrock only through the hub's private API Gateway path; direct public-endpoint access defeats guardrails, metering, and chargeback.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1312" y="1572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19659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stay local to the spoke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28600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targets (APIs, Lambda) are owned and secured by the team that built them — don't centralize tool integration in the hub.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BF4F4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204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policy is versioned, not forked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84048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spoke select a guardrail policy variant from the hub's catalog rather than maintaining its own safety configuration.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301752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BF4F4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6552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416552" y="35204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is automatic, not requested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384048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carries spoke identity through to the hub's usage-metering pipeline — chargeback shouldn't require a manual report.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301752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BF4F4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1312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35204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scaling out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84048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HIPAA eligibility, current AgentCore feature maturity (GA vs. preview), and DR strategy with one spoke before replicating the pattern broadly.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rollout sequence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the hub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account, Bedrock model access, guardrails, and usage metering — no spokes yet.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one spoke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single business unit's AgentCore account; validate the model-invocation path and cost attribution end to end.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&amp; template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pilot spoke into an account-vending template (network, IAM, AgentCore setup) via AWS Control Tower / Account Factory.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5080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6112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out spokes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additional business units from the template; the hub's guardrail and registry catalog governs all of them centrally.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before build: region/DR strategy, CIDR allocation, HIPAA/BAA coverage per service, and current AgentCore GA-vs-preview feature boundaries.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— docs.aws.amazon.com/bedrock-agentcore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launch blog — aws.amazon.com/blogs/machine-learning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— Generative AI Lens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| 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2026-09-14T18:04:20Z</dcterms:created>
  <dcterms:modified xsi:type="dcterms:W3CDTF">2026-09-14T18:04:20Z</dcterms:modified>
</cp:coreProperties>
</file>